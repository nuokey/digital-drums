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3"/>
  </p:normalViewPr>
  <p:slideViewPr>
    <p:cSldViewPr snapToGrid="0">
      <p:cViewPr varScale="1">
        <p:scale>
          <a:sx n="95" d="100"/>
          <a:sy n="95" d="100"/>
        </p:scale>
        <p:origin x="20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F40C8D-0341-4E2A-4F39-C47BAA52C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E31B0C-68D4-33C0-C050-D01C0DB1E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881236-92BD-BB8B-41FB-21C225401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2446EE-DD08-89E9-D12B-2A77030E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AA53E2-D0B2-40E1-9535-6A625AA3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3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C112B-BC73-9AD8-BDFE-BF665551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5401F2-D33B-845A-807D-F154FC8CF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1168AE-7200-9188-929B-D5C106B6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8BF4C-F443-7CB7-0732-572DB26C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8AE720-8259-37F9-171A-B95F5F3C0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42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99C14-0F15-FC0B-3419-359F1ACA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790E1-6F54-7860-B5E7-3FE7ABE9B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21D67-1882-6A6A-3A63-8B01C832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F6C00-7006-2F8C-1965-D7AAC677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FBA848-D31B-1592-0FB1-E1D80DE5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50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82C8C-F81F-1FF6-C91D-03A03CFB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A6059-9F01-54EC-696E-31F0423CD3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FDF8E0-2F6D-7AE1-89EB-A222747AE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9C1C90-8853-5DB3-0C75-06B93445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FC68C6-6682-8344-AB48-B48E3381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B91A-8D31-A3B8-9C50-B8BACD8A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80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C2401-FA5C-4C78-844F-A4397E06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4004DE-FD67-7EBE-D44F-B7EDC36F0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2DBB17-3613-1F03-7D3C-44ABBEB65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C65F6A4-C769-BFFE-AFED-091B101A6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3C4BFC-B54F-E7E1-0193-E81762DF5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6133D9-394A-0A6C-E3ED-BC1E78BA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C2070D0-53E6-5BCA-D1AE-3407B2E2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375CDF-3C67-9136-DD56-C1538344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255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105D5-62A3-383D-CAE8-7EF9609C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FE2AA-9D57-1056-BC1E-14489752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B2AFC6-0733-A23F-B7F0-78A24E71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C5E51C-5AA2-8C51-555B-FBDBBA73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705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20152D-B048-4FE1-2E6F-7921D398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CC93F9-28F2-D1FF-D742-3317F6660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AEF3B5-85C3-8B6D-C617-88B42D95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61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E93171-70D5-6635-7289-16E883D4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112346-B847-8A0A-1184-BD14A4CE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45C82F-34F4-83E5-A026-EB002AAF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35AFB9-2DB5-2058-6FDE-19D3D1DF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13B70A-EE7A-6AEE-C8AC-20DE5D5E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E3EFC4-C0D2-5B93-5D30-6771431E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53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F2ED4-7475-2CC3-5940-7EB6C064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0C7A34-049D-10C1-8282-A447291B2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747D59-DD65-EAC3-B87C-F2F47F4D8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B4C262-6B70-3869-7E89-90AE1243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0A9FCD-0BD8-6782-AD7C-6A5F73A7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33BD6B-8E21-4D65-9745-32681FC6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51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33CF6-247F-BEFB-FACC-B580974B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1284C4-77A2-78D2-273F-4601FD510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37733F-3CD0-59E5-FEF4-9A8A42A62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D4FFAD-7EBD-4F7D-DA80-85D4E897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A28100-B9B2-0A68-B867-DFD7EB8D4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74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2ED270D-B324-3B86-FAA0-FF0F83461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C28898-8ACE-A8D6-D6B7-EA68A1E3E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B4471-B17F-B8A7-D6D5-EB486F96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835910-C1F1-0F1B-A6B2-4709213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80013E-6233-47CF-B47D-49F693BA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71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CF3AC-035D-4294-3AA7-7F68BB18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7C1C1D-ADC8-0106-31E1-383B135EE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F6C8B4-4E12-1884-36F3-453A23241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88DC2-70DC-B248-BFDA-E09FCA6CB154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7398EF-667C-3C33-1C1A-8035B602E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5478DA-79A4-805A-7E88-DF5213B13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B0EEC-F928-6946-9BA8-6306EF2162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30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47E03-4314-467B-8794-1155B5CFBE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Электронная барабанная установка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BC57FE-7ED6-FB6B-F817-35C9E8A48D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Ганицев</a:t>
            </a:r>
            <a:r>
              <a:rPr lang="ru-RU" dirty="0"/>
              <a:t> Тимофей</a:t>
            </a:r>
            <a:br>
              <a:rPr lang="ru-RU" dirty="0"/>
            </a:br>
            <a:r>
              <a:rPr lang="ru-RU" dirty="0"/>
              <a:t>Котков Максим</a:t>
            </a:r>
          </a:p>
          <a:p>
            <a:r>
              <a:rPr lang="ru-RU" dirty="0"/>
              <a:t>Степан </a:t>
            </a:r>
            <a:r>
              <a:rPr lang="ru-RU" dirty="0" err="1"/>
              <a:t>Стряпко</a:t>
            </a:r>
            <a:endParaRPr lang="ru-RU" dirty="0"/>
          </a:p>
          <a:p>
            <a:r>
              <a:rPr lang="ru-RU" dirty="0"/>
              <a:t>Б04-407</a:t>
            </a:r>
          </a:p>
        </p:txBody>
      </p:sp>
    </p:spTree>
    <p:extLst>
      <p:ext uri="{BB962C8B-B14F-4D97-AF65-F5344CB8AC3E}">
        <p14:creationId xmlns:p14="http://schemas.microsoft.com/office/powerpoint/2010/main" val="443642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CCAEA-3EC2-588A-B4A7-47FBDDB4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705434-0FAD-2752-F536-B5FB2A702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45853" cy="4351338"/>
          </a:xfrm>
        </p:spPr>
        <p:txBody>
          <a:bodyPr/>
          <a:lstStyle/>
          <a:p>
            <a:r>
              <a:rPr lang="ru-RU" dirty="0"/>
              <a:t>План минимум: </a:t>
            </a:r>
          </a:p>
          <a:p>
            <a:pPr marL="0" indent="0">
              <a:buNone/>
            </a:pPr>
            <a:r>
              <a:rPr lang="ru-RU" dirty="0"/>
              <a:t>Создать электронную барабанную установку на пьезоэлектрических датчиках, состоящую из 3 барабанов для обучения игре на них.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E1319E-8BFC-5C0E-B765-E7E65E09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45005"/>
            <a:ext cx="10645854" cy="324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89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85C6A-23E3-43A2-C2D7-DC7721B9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купить готовое решение?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E2A56F-5030-E085-D9DF-8F93B8873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60473" cy="4351338"/>
          </a:xfrm>
        </p:spPr>
        <p:txBody>
          <a:bodyPr/>
          <a:lstStyle/>
          <a:p>
            <a:r>
              <a:rPr lang="ru-RU" dirty="0"/>
              <a:t>Наша установка в отличие от готовых решений будет стоить кратно дешевле, что снижает порог входа в мир музыки.</a:t>
            </a:r>
          </a:p>
          <a:p>
            <a:r>
              <a:rPr lang="ru-RU" dirty="0"/>
              <a:t>Помимо этого в продаваемых электронных барабанах стоит ограниченный выбор воспроизводимых звуков. У нас же есть возможность выбрать абсолютно любое звучание каждого из барабанов нашей установки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B3D8D5F6-DD5E-2860-11D8-F68BA0D8C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181" y="1690688"/>
            <a:ext cx="23026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33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85C6A-23E3-43A2-C2D7-DC7721B9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Оборудование и материалы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E2A56F-5030-E085-D9DF-8F93B8873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3907" cy="4351338"/>
          </a:xfrm>
        </p:spPr>
        <p:txBody>
          <a:bodyPr/>
          <a:lstStyle/>
          <a:p>
            <a:r>
              <a:rPr lang="ru-RU" dirty="0"/>
              <a:t>Для реализации проекта понадобятся:</a:t>
            </a:r>
          </a:p>
          <a:p>
            <a:pPr lvl="1"/>
            <a:r>
              <a:rPr lang="ru-RU" dirty="0"/>
              <a:t>Микроконтроллер </a:t>
            </a:r>
            <a:r>
              <a:rPr lang="en-US" dirty="0"/>
              <a:t>Arduino </a:t>
            </a:r>
            <a:r>
              <a:rPr lang="ru-RU" dirty="0"/>
              <a:t>для обработки сигнала от датчиков</a:t>
            </a:r>
          </a:p>
          <a:p>
            <a:pPr lvl="1"/>
            <a:r>
              <a:rPr lang="ru-RU" dirty="0"/>
              <a:t>Пьезоэлектрические датчики</a:t>
            </a:r>
          </a:p>
          <a:p>
            <a:pPr lvl="1"/>
            <a:r>
              <a:rPr lang="ru-RU" dirty="0"/>
              <a:t>Устройство для воспроизведения звука</a:t>
            </a:r>
          </a:p>
          <a:p>
            <a:pPr lvl="1"/>
            <a:r>
              <a:rPr lang="ru-RU" dirty="0"/>
              <a:t>Материалы для создания корпуса установки</a:t>
            </a:r>
          </a:p>
          <a:p>
            <a:pPr lvl="1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8094E5-7103-E20A-8271-2F2DCDE1F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994" y="559749"/>
            <a:ext cx="3818665" cy="31313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BB802F-ABF4-447C-954A-9FCA5925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516" y="3729831"/>
            <a:ext cx="3924323" cy="276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8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62DA3-362F-7413-2C1B-282DB9BD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Устройство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45E9B-7D58-95C6-8E80-E54512FDD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ru-RU" dirty="0"/>
              <a:t>В корпусе каждого из барабанов установки находится пьезоэлектрический датчик, который считывает силу удара по пластине и передает электрический аналоговый сигнал на контроллер</a:t>
            </a:r>
          </a:p>
          <a:p>
            <a:r>
              <a:rPr lang="ru-RU" dirty="0"/>
              <a:t>Контроллер обрабатывает сигнал, считывая силу удара, и передает его в преобразованном виде на устройство воспроизведения звука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23E988-4216-3BE1-37F3-694873C51967}"/>
              </a:ext>
            </a:extLst>
          </p:cNvPr>
          <p:cNvSpPr txBox="1"/>
          <p:nvPr/>
        </p:nvSpPr>
        <p:spPr>
          <a:xfrm rot="3622109">
            <a:off x="7013825" y="3331988"/>
            <a:ext cx="5638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n w="0">
                  <a:solidFill>
                    <a:srgbClr val="4472C4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Здесь будет фото нашей установки</a:t>
            </a:r>
          </a:p>
        </p:txBody>
      </p:sp>
      <p:sp>
        <p:nvSpPr>
          <p:cNvPr id="5" name="Рамка 4">
            <a:extLst>
              <a:ext uri="{FF2B5EF4-FFF2-40B4-BE49-F238E27FC236}">
                <a16:creationId xmlns:a16="http://schemas.microsoft.com/office/drawing/2014/main" id="{9E4EA22F-5479-E7B4-68B0-04847B0D195A}"/>
              </a:ext>
            </a:extLst>
          </p:cNvPr>
          <p:cNvSpPr/>
          <p:nvPr/>
        </p:nvSpPr>
        <p:spPr>
          <a:xfrm>
            <a:off x="7853082" y="833718"/>
            <a:ext cx="3872753" cy="5339607"/>
          </a:xfrm>
          <a:prstGeom prst="frame">
            <a:avLst>
              <a:gd name="adj1" fmla="val 27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03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47E03-4314-467B-8794-1155B5CFB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54352"/>
            <a:ext cx="12192000" cy="1059559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BC57FE-7ED6-FB6B-F817-35C9E8A48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12391" y="4036935"/>
            <a:ext cx="9262946" cy="2129689"/>
          </a:xfrm>
        </p:spPr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3040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163</Words>
  <Application>Microsoft Macintosh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Электронная барабанная установка</vt:lpstr>
      <vt:lpstr>Цель проекта</vt:lpstr>
      <vt:lpstr>Почему не купить готовое решение?</vt:lpstr>
      <vt:lpstr>Оборудование и материалы</vt:lpstr>
      <vt:lpstr>Устройство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Электронная барабанная установка</dc:title>
  <dc:creator>Timofey Ganitsev</dc:creator>
  <cp:lastModifiedBy>Timofey Ganitsev</cp:lastModifiedBy>
  <cp:revision>1</cp:revision>
  <dcterms:created xsi:type="dcterms:W3CDTF">2025-09-11T07:43:03Z</dcterms:created>
  <dcterms:modified xsi:type="dcterms:W3CDTF">2025-09-11T08:30:14Z</dcterms:modified>
</cp:coreProperties>
</file>